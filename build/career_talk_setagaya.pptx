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54680"/>
            <a:ext cx="12191695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進路も分散してみませんか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〜 好きも、進路も、複数あっていい 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植元 雅斗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明治大学附属世田谷高校 / 2026.7.9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1/35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今日のゴール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645920" y="1920240"/>
            <a:ext cx="8897112" cy="2743200"/>
          </a:xfrm>
          <a:prstGeom prst="roundRect">
            <a:avLst>
              <a:gd name="adj" fmla="val 4000"/>
            </a:avLst>
          </a:prstGeom>
          <a:solidFill>
            <a:srgbClr val="22324F"/>
          </a:solidFill>
          <a:ln w="22225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2240280"/>
            <a:ext cx="8897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持ち帰ってほしいのは、たった1つ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971800"/>
            <a:ext cx="8897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「進路も、好きも、複数あっていい」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397764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全部は覚えなくてOK。これ1つだけ。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2/35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今日の流れ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00200"/>
            <a:ext cx="146304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91640"/>
            <a:ext cx="9720072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自己紹介 — ちょっと変わった大人の話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128266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本業のかたわら、色々やっています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43200"/>
            <a:ext cx="146304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34640"/>
            <a:ext cx="9720072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ワーク — 仕事に何を求める？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271266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書いて、何人かに聞きます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886200"/>
            <a:ext cx="146304" cy="96012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977640"/>
            <a:ext cx="9720072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「分散」という考え方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4414266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一つに全部を賭けない、という発想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502920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029200"/>
            <a:ext cx="146304" cy="9601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120640"/>
            <a:ext cx="9720072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④ 進路の話 ＆ Q&amp;A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5557266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最後はなんでも聞いてください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3/35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将来やりたいこと、</a:t>
            </a:r>
            <a:endParaRPr lang="en-US" sz="4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もう決まってる人？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決まってなくて全然OK。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今日はむしろ「今は決めなくていい」という話をします。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（手を挙げてもらう／その場で2〜3人に聞く）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4/35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集中と分散：働き方の考え方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4846320" cy="4114800"/>
          </a:xfrm>
          <a:prstGeom prst="roundRect">
            <a:avLst>
              <a:gd name="adj" fmla="val 2667"/>
            </a:avLst>
          </a:prstGeom>
          <a:solidFill>
            <a:srgbClr val="1B2942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集中（Concentration）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329184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多くの自分を投下して</a:t>
            </a:r>
            <a:endParaRPr lang="en-US" sz="2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臨むこと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88720" y="46634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「一点突破」で最大のエネルギーを注ぐ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846320" cy="4114800"/>
          </a:xfrm>
          <a:prstGeom prst="roundRect">
            <a:avLst>
              <a:gd name="adj" fmla="val 2667"/>
            </a:avLst>
          </a:prstGeom>
          <a:solidFill>
            <a:srgbClr val="1B294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91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分散（Diversion）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🌳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リスクも自分も分けて、</a:t>
            </a:r>
            <a:endParaRPr lang="en-US" sz="2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活動すること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675120" y="46634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バランスを保ち、長く続ける生存戦略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※岡田斗司夫さんの「分散の考え方」を参考に……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5/35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進路も分散してみませんか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植元 雅斗</a:t>
            </a:r>
            <a:pPr indent="0" marL="0">
              <a:buNone/>
            </a:pPr>
            <a:r>
              <a:rPr lang="en-US" sz="16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私の色々な活動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B2942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💻 </a:t>
            </a:r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本業・正社員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Dell Technologies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B2942"/>
          </a:solidFill>
          <a:ln w="15875">
            <a:solidFill>
              <a:srgbClr val="9B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099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📷 </a:t>
            </a:r>
            <a:pPr indent="0" marL="0">
              <a:buNone/>
            </a:pPr>
            <a:r>
              <a:rPr lang="en-US" sz="16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クリエイティブ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フリーランスカメラマン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YouTube・アプリ開発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B2942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7099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🏫 </a:t>
            </a:r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教育・ベンチャー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0" y="22402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まなびぱれっと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教育系イベントの運営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B2942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216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📝 </a:t>
            </a:r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執筆・メディア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小説・同人誌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ラジオの構成作家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B2942"/>
          </a:solidFill>
          <a:ln w="15875">
            <a:solidFill>
              <a:srgbClr val="5C9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7216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🏛 </a:t>
            </a:r>
            <a:pPr indent="0" marL="0">
              <a:buNone/>
            </a:pPr>
            <a:r>
              <a:rPr lang="en-US" sz="1600" b="1" dirty="0">
                <a:solidFill>
                  <a:srgbClr val="5C9DE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251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コミケスタッフ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B2942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37216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🚃 </a:t>
            </a:r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趣味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0" y="4251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埼玉から岐阜まで在来線移動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ラジオ/小説/映画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なんでこんなに色々やってるの？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6/35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人生目標：「人と人の間に場を作り、間をなくす」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B2942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087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場を作る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〜目標に直結する〜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TABOO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コミケスタッフ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ボカロDJ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まなびハウス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バス旅行の企画/運営/運転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4256" y="13716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B2942"/>
          </a:solidFill>
          <a:ln w="15875">
            <a:solidFill>
              <a:srgbClr val="9B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15087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自分を拡張する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34256" y="19385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〜目標に間接的に寄与〜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08576" y="2331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小説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YouTube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同人誌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65592" y="13716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B2942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5087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生存戦略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65592" y="19385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〜生きる為に必要〜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39912" y="2331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Dell（本業）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● カメラマン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22324F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937760"/>
            <a:ext cx="11183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これらの基となるたくさんのバイト in 学生時代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色々やってるけど、軸は1つ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7/35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分散って、具体的にはこういうこと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僕のある1週間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46304" cy="9144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平日 9-18時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600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Dell（本業）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お金・安定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33472"/>
            <a:ext cx="146304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平日の夜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263347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執筆・アプリ開発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0" y="2633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やりがい・成長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666744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66744"/>
            <a:ext cx="146304" cy="91440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666744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土曜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49040" y="3666744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カメラ撮影 / 教育イベント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0" y="366674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成長・人とのつながり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700016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00016"/>
            <a:ext cx="146304" cy="9144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700016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日曜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749040" y="4700016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コミケ準備 / ラジオ構成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86800" y="4700016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人間関係・好き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一人の中に、いくつもの顔がある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8/35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学生時代のバイト/仕事歴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286000" cy="2240280"/>
          </a:xfrm>
          <a:prstGeom prst="roundRect">
            <a:avLst>
              <a:gd name="adj" fmla="val 244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pic>
        <p:nvPicPr>
          <p:cNvPr id="4" name="Image 0" descr="assets/photos/san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389888"/>
            <a:ext cx="2066544" cy="2020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3240" y="128016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サンリオ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ピューロランド レジ係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0" y="1280160"/>
            <a:ext cx="2286000" cy="2240280"/>
          </a:xfrm>
          <a:prstGeom prst="roundRect">
            <a:avLst>
              <a:gd name="adj" fmla="val 244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pic>
        <p:nvPicPr>
          <p:cNvPr id="7" name="Image 1" descr="assets/photos/radi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1389888"/>
            <a:ext cx="2066544" cy="20208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23960" y="128016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アーティストの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ラジオ番組 構成作家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3794760"/>
            <a:ext cx="2286000" cy="2240280"/>
          </a:xfrm>
          <a:prstGeom prst="roundRect">
            <a:avLst>
              <a:gd name="adj" fmla="val 244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pic>
        <p:nvPicPr>
          <p:cNvPr id="10" name="Image 2" descr="assets/photos/comik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" y="3904488"/>
            <a:ext cx="2066544" cy="20208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63240" y="379476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コミケ スタッフ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（更衣室担当）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400800" y="3794760"/>
            <a:ext cx="2286000" cy="2240280"/>
          </a:xfrm>
          <a:prstGeom prst="roundRect">
            <a:avLst>
              <a:gd name="adj" fmla="val 244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pic>
        <p:nvPicPr>
          <p:cNvPr id="13" name="Image 3" descr="assets/photos/inter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10528" y="3904488"/>
            <a:ext cx="2066544" cy="20208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23960" y="379476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インターン2社同時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（電車にPC忘れた）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いろんな仕事がありますが……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9/35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仕事に何を求めますか？？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※複数OKです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10/35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41148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023360" y="411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WORK ①  まず書いてみよう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仕事に求めるもの、ぜんぶ書き出してみよう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23748" y="2240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94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748" y="2240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給与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18308" y="2240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94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8308" y="2240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やりがい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12868" y="2240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942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2868" y="2240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成長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07428" y="2240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942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07428" y="2240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社会貢献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501988" y="2240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942"/>
          </a:solidFill>
          <a:ln w="19050">
            <a:solidFill>
              <a:srgbClr val="9B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1988" y="2240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人間関係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463040" y="3566160"/>
            <a:ext cx="9262872" cy="2011680"/>
          </a:xfrm>
          <a:prstGeom prst="roundRect">
            <a:avLst>
              <a:gd name="adj" fmla="val 4545"/>
            </a:avLst>
          </a:prstGeom>
          <a:solidFill>
            <a:srgbClr val="22324F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上の5つから、自分が大事だと思うものを選ぶ（複数OK）
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「なぜそれが大事か」を一言メモ
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5つ以外でもOK（例：自由な時間、好きな人と働く…）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⏱ 制限時間 2分 — 紙でも、頭の中でもOK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11/35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41148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4023360" y="411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WORK ②  みんなのを見てみよう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何人かに聞いてみます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63040" y="2377440"/>
            <a:ext cx="9262872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377440"/>
            <a:ext cx="128016" cy="8686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37744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どれを選んだ？　いくつ選んだ？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63040" y="3429000"/>
            <a:ext cx="9262872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429000"/>
            <a:ext cx="128016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42900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一番大事なのはどれ？　その理由は？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63040" y="4480560"/>
            <a:ext cx="9262872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4480560"/>
            <a:ext cx="128016" cy="86868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448056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5つ以外のものを書いた人、教えて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👉 答えは人によってバラバラ。それで正解。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12/35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答えは、人によってバラバラ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それで、いい。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でも——全部を「1つの仕事」で満たそうとすると、ちょっと苦しい。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13/35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仕事に何を求めますか？？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※よく挙がるのは、この5つ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2308" y="26517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B2942"/>
          </a:solidFill>
          <a:ln w="22225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308" y="265176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給与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872588" y="26517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B2942"/>
          </a:solidFill>
          <a:ln w="22225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2588" y="265176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やりがい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12868" y="26517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B2942"/>
          </a:solidFill>
          <a:ln w="22225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2868" y="265176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成長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53148" y="26517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B2942"/>
          </a:solidFill>
          <a:ln w="22225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53148" y="265176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社会貢献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93428" y="26517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B2942"/>
          </a:solidFill>
          <a:ln w="22225">
            <a:solidFill>
              <a:srgbClr val="9B7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93428" y="265176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人間関係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14/35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全部満たせる仕事、</a:t>
            </a:r>
            <a:endParaRPr lang="en-US" sz="4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見つかりますか？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15/35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”すっごく”ムリムリだ
</a:t>
            </a:r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と思いました……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16/35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そこで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17/35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「集中」のいいところ・しんどいところ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0360152" cy="1554480"/>
          </a:xfrm>
          <a:prstGeom prst="roundRect">
            <a:avLst>
              <a:gd name="adj" fmla="val 5882"/>
            </a:avLst>
          </a:prstGeom>
          <a:solidFill>
            <a:srgbClr val="1B2942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6916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◎ いいところ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・深く極められる／一点を突き抜けられる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・「これが私」と言いやすい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10360152" cy="1554480"/>
          </a:xfrm>
          <a:prstGeom prst="roundRect">
            <a:avLst>
              <a:gd name="adj" fmla="val 5882"/>
            </a:avLst>
          </a:prstGeom>
          <a:solidFill>
            <a:srgbClr val="1B2942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429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△ しんどいところ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・コケたとき、全部いっぺんに失う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・視野がせまくなりがち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じゃあ「分散」はどうだろう？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18/35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「分散」のいいところ・しんどいところ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10360152" cy="1737360"/>
          </a:xfrm>
          <a:prstGeom prst="roundRect">
            <a:avLst>
              <a:gd name="adj" fmla="val 5263"/>
            </a:avLst>
          </a:prstGeom>
          <a:solidFill>
            <a:srgbClr val="1B2942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5544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◎ いいところ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・リスクが分かれる（1つコケても平気）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・違う活動どうしが「掛け算」になる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・無理がないから、長く続けられる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10360152" cy="1371600"/>
          </a:xfrm>
          <a:prstGeom prst="roundRect">
            <a:avLst>
              <a:gd name="adj" fmla="val 6667"/>
            </a:avLst>
          </a:prstGeom>
          <a:solidFill>
            <a:srgbClr val="1B2942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429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△ しんどいところ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・すぐには突き抜けない／時間がかかる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高校生の今は「分散」が向いている、というのが今日の提案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19/35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一つの仕事に「全部」を求めない ： 分散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岡田斗司夫さんの考え方より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8864" y="219456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508864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 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8864" y="29260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8864" y="2926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お金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6576" y="219456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2776576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 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6576" y="29260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6576" y="2926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やりがい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44288" y="219456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9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44288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 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44288" y="29260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4288" y="2926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人間関係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2000" y="219456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200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 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2000" y="29260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2000" y="2926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社会貢献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79712" y="219456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79712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 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79712" y="29260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B294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9712" y="2926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成長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お金はA、やりがいはB、人間関係はC……と「分けて」手に入れる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これを自分に当てはめると……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20/35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私の場合の「分散」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9445752" cy="822960"/>
          </a:xfrm>
          <a:prstGeom prst="roundRect">
            <a:avLst>
              <a:gd name="adj" fmla="val 888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554480"/>
            <a:ext cx="146304" cy="8229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554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Dell（本業）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→ お金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487168"/>
            <a:ext cx="9445752" cy="822960"/>
          </a:xfrm>
          <a:prstGeom prst="roundRect">
            <a:avLst>
              <a:gd name="adj" fmla="val 888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487168"/>
            <a:ext cx="146304" cy="8229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48716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まなびぱれっと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2400" y="248716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→ やりがい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71600" y="3419856"/>
            <a:ext cx="9445752" cy="822960"/>
          </a:xfrm>
          <a:prstGeom prst="roundRect">
            <a:avLst>
              <a:gd name="adj" fmla="val 888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419856"/>
            <a:ext cx="146304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3419856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カメラ / 同人誌・小説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72400" y="341985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→ 成長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4352544"/>
            <a:ext cx="9445752" cy="822960"/>
          </a:xfrm>
          <a:prstGeom prst="roundRect">
            <a:avLst>
              <a:gd name="adj" fmla="val 888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352544"/>
            <a:ext cx="146304" cy="82296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4352544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コミケスタッフ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72400" y="435254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→ 人間関係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371600" y="5349240"/>
            <a:ext cx="9445752" cy="777240"/>
          </a:xfrm>
          <a:prstGeom prst="roundRect">
            <a:avLst>
              <a:gd name="adj" fmla="val 9412"/>
            </a:avLst>
          </a:prstGeom>
          <a:solidFill>
            <a:srgbClr val="22324F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534924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一つの仕事が多少しんどくても、他のところでバランスが取れる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21/35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822960"/>
            <a:ext cx="8531352" cy="822960"/>
          </a:xfrm>
          <a:prstGeom prst="roundRect">
            <a:avLst>
              <a:gd name="adj" fmla="val 11111"/>
            </a:avLst>
          </a:prstGeom>
          <a:solidFill>
            <a:srgbClr val="1B2942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82296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「分散って、ただの器用貧乏では？」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——よく言われます。でも、こう考えています。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146304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68880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突き抜ける人も、最初は「いろいろ試す」から始まっている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657600"/>
            <a:ext cx="146304" cy="96012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657600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バラバラの経験は、つながると「自分だけの武器」になる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84632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46320"/>
            <a:ext cx="146304" cy="9601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846320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続けられる人が、結局いちばん遠くまで行ける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22/35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バラバラの「好き」は、ある日つながる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分散は、足し算じゃなくて掛け算になる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9994392" cy="1143000"/>
          </a:xfrm>
          <a:prstGeom prst="roundRect">
            <a:avLst>
              <a:gd name="adj" fmla="val 6400"/>
            </a:avLst>
          </a:prstGeom>
          <a:solidFill>
            <a:srgbClr val="1B2942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783080"/>
            <a:ext cx="9326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カメラ</a:t>
            </a:r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×　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教育</a:t>
            </a:r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＝　</a:t>
            </a:r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教材・スクール撮影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9994392" cy="1143000"/>
          </a:xfrm>
          <a:prstGeom prst="roundRect">
            <a:avLst>
              <a:gd name="adj" fmla="val 6400"/>
            </a:avLst>
          </a:prstGeom>
          <a:solidFill>
            <a:srgbClr val="1B2942"/>
          </a:solidFill>
          <a:ln w="15875">
            <a:solidFill>
              <a:srgbClr val="9B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063240"/>
            <a:ext cx="9326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小説</a:t>
            </a:r>
            <a:pPr algn="ctr"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×　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ラジオ</a:t>
            </a:r>
            <a:pPr algn="ctr"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＝　</a:t>
            </a:r>
            <a:pPr algn="ctr"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番組の構成作家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4343400"/>
            <a:ext cx="9994392" cy="1143000"/>
          </a:xfrm>
          <a:prstGeom prst="roundRect">
            <a:avLst>
              <a:gd name="adj" fmla="val 6400"/>
            </a:avLst>
          </a:prstGeom>
          <a:solidFill>
            <a:srgbClr val="1B2942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4343400"/>
            <a:ext cx="9326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企画</a:t>
            </a:r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×　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コミュニティ</a:t>
            </a:r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　＝　</a:t>
            </a:r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イベント運営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なんでこの考えに至ったのか……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23/35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とにかく失敗が多かった……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600200"/>
            <a:ext cx="9994392" cy="1005840"/>
          </a:xfrm>
          <a:prstGeom prst="roundRect">
            <a:avLst>
              <a:gd name="adj" fmla="val 7273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856232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57400" y="160020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インターン2社同時 → 電車に2社分のPCを忘れた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97280" y="2788920"/>
            <a:ext cx="9994392" cy="1005840"/>
          </a:xfrm>
          <a:prstGeom prst="roundRect">
            <a:avLst>
              <a:gd name="adj" fmla="val 7273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3044952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278892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大学を留年した（学費は自分で払った……）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97280" y="3977640"/>
            <a:ext cx="9994392" cy="1005840"/>
          </a:xfrm>
          <a:prstGeom prst="roundRect">
            <a:avLst>
              <a:gd name="adj" fmla="val 7273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423367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57400" y="397764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仕事でも同じ構造のミスを繰り返した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中でも忘れられないのが……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24/35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失敗エピソード 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インターンを2社、同時にやった結果……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9445752" cy="2377440"/>
          </a:xfrm>
          <a:prstGeom prst="roundRect">
            <a:avLst>
              <a:gd name="adj" fmla="val 3846"/>
            </a:avLst>
          </a:prstGeom>
          <a:solidFill>
            <a:srgbClr val="1B2942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23774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電車に、2社分のノートPCを忘れた
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頭が真っ白。会社にも平謝り。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「両立」って、見た目以上に難しい。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※どうやって取り返したかは、Q&amp;Aで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25/35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失敗エピソード 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大学を、留年した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9445752" cy="2377440"/>
          </a:xfrm>
          <a:prstGeom prst="roundRect">
            <a:avLst>
              <a:gd name="adj" fmla="val 3846"/>
            </a:avLst>
          </a:prstGeom>
          <a:solidFill>
            <a:srgbClr val="1B2942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23774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色々やりすぎて、単位を落とした。
学費は、自分で払った。
</a:t>
            </a:r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正直しんどかった。でも——「終わり」ではなかった。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26/35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でも、折れなかった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371600" y="2651760"/>
            <a:ext cx="9445752" cy="2103120"/>
          </a:xfrm>
          <a:prstGeom prst="roundRect">
            <a:avLst>
              <a:gd name="adj" fmla="val 4348"/>
            </a:avLst>
          </a:prstGeom>
          <a:solidFill>
            <a:srgbClr val="22324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283464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一つコケても、他の活動が残っていたから。
</a:t>
            </a:r>
            <a:pPr algn="ctr" indent="0" marL="0">
              <a:lnSpc>
                <a:spcPct val="120000"/>
              </a:lnSpc>
              <a:buNone/>
            </a:pP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「分散」は、心を守るセーフティネットにもなる。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だから、進路の話に戻ります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27/35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明治に上がる人へ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9994392" cy="1371600"/>
          </a:xfrm>
          <a:prstGeom prst="roundRect">
            <a:avLst>
              <a:gd name="adj" fmla="val 6667"/>
            </a:avLst>
          </a:prstGeom>
          <a:solidFill>
            <a:srgbClr val="1B2942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600200"/>
            <a:ext cx="9235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内部進学は、立派な選択。
</a:t>
            </a:r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「分散しよう」は、レールを否定する話じゃない。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0" y="3063240"/>
            <a:ext cx="9994392" cy="2103120"/>
          </a:xfrm>
          <a:prstGeom prst="roundRect">
            <a:avLst>
              <a:gd name="adj" fmla="val 4348"/>
            </a:avLst>
          </a:prstGeom>
          <a:solidFill>
            <a:srgbClr val="22324F"/>
          </a:solidFill>
          <a:ln w="22225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3246120"/>
            <a:ext cx="9235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その上で——
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「大学の4年間で “何を” 分散させるか」
</a:t>
            </a:r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を、今から考えておくと、めちゃくちゃ強い。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じゃあ、何を分散させる？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28/35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大学の4年間で、分散できること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📚 </a:t>
            </a:r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学問・研究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専攻＋他学部の授業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1772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5875">
            <a:solidFill>
              <a:srgbClr val="9B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🎭 </a:t>
            </a:r>
            <a:pPr indent="0" marL="0">
              <a:buNone/>
            </a:pPr>
            <a:r>
              <a:rPr lang="en-US" sz="1700" b="1" dirty="0">
                <a:solidFill>
                  <a:srgbClr val="9B7B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サークル・部活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好きを深める仲間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3252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1554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💼 </a:t>
            </a:r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長期インターン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0" y="2103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社会を先に味見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5875">
            <a:solidFill>
              <a:srgbClr val="5C9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✈ </a:t>
            </a:r>
            <a:pPr indent="0" marL="0">
              <a:buNone/>
            </a:pPr>
            <a:r>
              <a:rPr lang="en-US" sz="1700" b="1" dirty="0">
                <a:solidFill>
                  <a:srgbClr val="5C9DE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留学・旅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世界を広げる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31546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🚀 </a:t>
            </a:r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副業・起業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3840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小さく自分で稼ぐ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32520" y="31546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🤝 </a:t>
            </a:r>
            <a:pPr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コミュニティ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0" y="3840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学外の居場所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全部やらなくていい。種を「複数」まいておくだけ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29/35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そこで提案します！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進路を「分散」しませんか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10360152" cy="1143000"/>
          </a:xfrm>
          <a:prstGeom prst="roundRect">
            <a:avLst>
              <a:gd name="adj" fmla="val 64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146304" cy="1143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57400"/>
            <a:ext cx="9720072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「好き」は、複数持っておいていい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59461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一つに絞らなくていい。今のうちに増やしておく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10360152" cy="1143000"/>
          </a:xfrm>
          <a:prstGeom prst="roundRect">
            <a:avLst>
              <a:gd name="adj" fmla="val 64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46120"/>
            <a:ext cx="146304" cy="114300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337560"/>
            <a:ext cx="9720072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没頭できる物語は無数にある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87477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——燃え尽きるほど一点に賭けなくていい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526280"/>
            <a:ext cx="10360152" cy="1143000"/>
          </a:xfrm>
          <a:prstGeom prst="roundRect">
            <a:avLst>
              <a:gd name="adj" fmla="val 6400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26280"/>
            <a:ext cx="146304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617720"/>
            <a:ext cx="9720072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これからの3年間・大学の4年間をどう使うか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515493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進路は“いつ決めるか”より“どう分散させておくか”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【よくある不安】分散したら失敗してしまうかも……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30/35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(たくさん失敗した植元が言う)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進路に「失敗」はない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60152" cy="3291840"/>
          </a:xfrm>
          <a:prstGeom prst="roundRect">
            <a:avLst>
              <a:gd name="adj" fmla="val 2778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103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大学でも大学院でも専門でも就職でも、内部進学でも、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「なぜその選択をしたか」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を言えれば問題ない！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失敗も、色々も、普通じゃないルートも —— 理由があれば「自分の進路」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31/35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高校の3年間で、今日からできること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00200"/>
            <a:ext cx="146304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00200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1. 好きなことを「3つ」書き出してみる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761488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61488"/>
            <a:ext cx="146304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761488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2. やったことないことを「1つ」試してみる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922776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22776"/>
            <a:ext cx="146304" cy="96012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922776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3. 部活・教室の外の場所に、顔を出してみる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4400" y="5084064"/>
            <a:ext cx="10360152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084064"/>
            <a:ext cx="146304" cy="9601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5084064"/>
            <a:ext cx="9720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4. 小さく発信する（SNS・文章・動画なんでも）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大きく変えなくていい。種を増やすだけ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32/35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今日の持ち帰り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600200"/>
            <a:ext cx="9994392" cy="11430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89280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48840" y="1600200"/>
            <a:ext cx="8778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進路も「好き」も、複数あっていい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2926080"/>
            <a:ext cx="9994392" cy="11430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905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218688"/>
            <a:ext cx="548640" cy="54864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218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48840" y="2926080"/>
            <a:ext cx="8778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明治に上がるなら、大学4年で“何を分散させるか”を今から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4251960"/>
            <a:ext cx="9994392" cy="1143000"/>
          </a:xfrm>
          <a:prstGeom prst="roundRect">
            <a:avLst>
              <a:gd name="adj" fmla="val 8000"/>
            </a:avLst>
          </a:prstGeom>
          <a:solidFill>
            <a:srgbClr val="1B294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4544568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544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2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48840" y="4251960"/>
            <a:ext cx="8778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進路に「失敗」はない（理由を言えれば自分の進路）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33/35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なんでも聞いてください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A261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432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内部進学（明治）ってどう？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43400" y="2743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27432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大学の4年間、どう使う？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46720" y="2743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27432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「好き」の増やし方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副業・フリーランスの話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3400" y="38404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840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お金・給料のこと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38404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840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ED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失敗談のつづき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Q&amp;Aは10分ほど取ります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34/35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質問がなければ……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10360152" cy="841248"/>
          </a:xfrm>
          <a:prstGeom prst="roundRect">
            <a:avLst>
              <a:gd name="adj" fmla="val 8696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34440"/>
            <a:ext cx="128016" cy="8412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234440"/>
            <a:ext cx="9875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留年したとき、親になんて言った？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10360152" cy="841248"/>
          </a:xfrm>
          <a:prstGeom prst="roundRect">
            <a:avLst>
              <a:gd name="adj" fmla="val 8696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12848"/>
            <a:ext cx="128016" cy="8412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212848"/>
            <a:ext cx="9875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サンリオのバイト、実際どうだった？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10360152" cy="841248"/>
          </a:xfrm>
          <a:prstGeom prst="roundRect">
            <a:avLst>
              <a:gd name="adj" fmla="val 8696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128016" cy="8412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191256"/>
            <a:ext cx="9875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インターンのPC、どうやって取り返した？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169664"/>
            <a:ext cx="10360152" cy="841248"/>
          </a:xfrm>
          <a:prstGeom prst="roundRect">
            <a:avLst>
              <a:gd name="adj" fmla="val 8696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69664"/>
            <a:ext cx="128016" cy="841248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69664"/>
            <a:ext cx="9875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今の仕事、ぶっちゃけ給料いくら？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148072"/>
            <a:ext cx="10360152" cy="841248"/>
          </a:xfrm>
          <a:prstGeom prst="roundRect">
            <a:avLst>
              <a:gd name="adj" fmla="val 8696"/>
            </a:avLst>
          </a:prstGeom>
          <a:solidFill>
            <a:srgbClr val="1B2942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148072"/>
            <a:ext cx="128016" cy="8412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148072"/>
            <a:ext cx="9875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高校の3年間、何に時間を使うか決めてる？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88136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94A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35/35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進路も分散してみませんか</dc:title>
  <dc:subject>PptxGenJS Presentation</dc:subject>
  <dc:creator>植元 雅斗</dc:creator>
  <cp:lastModifiedBy>植元 雅斗</cp:lastModifiedBy>
  <cp:revision>1</cp:revision>
  <dcterms:created xsi:type="dcterms:W3CDTF">2026-06-20T04:13:13Z</dcterms:created>
  <dcterms:modified xsi:type="dcterms:W3CDTF">2026-06-20T04:13:13Z</dcterms:modified>
</cp:coreProperties>
</file>